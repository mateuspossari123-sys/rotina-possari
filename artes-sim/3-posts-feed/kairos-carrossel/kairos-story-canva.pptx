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sim-o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047750"/>
            <a:ext cx="36476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1100" y="108585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250" i="0" b="0">
                <a:solidFill>
                  <a:srgbClr val="F3D197"/>
                </a:solidFill>
                <a:latin typeface="Archivo Black"/>
              </a:rPr>
              <a:t>SIM.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9050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i="0" b="0">
                <a:solidFill>
                  <a:srgbClr val="FDEEE0"/>
                </a:solidFill>
                <a:latin typeface="Archivo Black"/>
              </a:rPr>
              <a:t>KAIRÓS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0" y="19050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</a:pPr>
            <a:r>
              <a:rPr sz="1800" i="0" b="0">
                <a:solidFill>
                  <a:srgbClr val="FDEEE0"/>
                </a:solidFill>
                <a:latin typeface="Archivo Black"/>
              </a:rPr>
              <a:t>22 · NOV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9525000"/>
            <a:ext cx="10287000" cy="2381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8750" i="1" b="1">
                <a:solidFill>
                  <a:srgbClr val="F3D197"/>
                </a:solidFill>
                <a:latin typeface="Playfair Display"/>
              </a:rPr>
              <a:t>Amanhã,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1620500"/>
            <a:ext cx="10287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250" i="0" b="0">
                <a:solidFill>
                  <a:srgbClr val="FFFFFF"/>
                </a:solidFill>
                <a:latin typeface="Archivo Black"/>
              </a:rPr>
              <a:t>ÀS 12H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3620750"/>
            <a:ext cx="10287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3300" i="0" b="0">
                <a:solidFill>
                  <a:srgbClr val="FFFFFF"/>
                </a:solidFill>
                <a:latin typeface="Archivo Black"/>
              </a:rPr>
              <a:t>ABREM AS INSCRIÇÕES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4287500"/>
            <a:ext cx="10287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5250" i="1" b="1">
                <a:solidFill>
                  <a:srgbClr val="F3D197"/>
                </a:solidFill>
                <a:latin typeface="Playfair Display"/>
              </a:rPr>
              <a:t>Kairós · tempo da Graça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0" y="15811500"/>
            <a:ext cx="3810000" cy="762000"/>
          </a:xfrm>
          <a:prstGeom prst="roundRect">
            <a:avLst>
              <a:gd name="adj" fmla="val 50000"/>
            </a:avLst>
          </a:prstGeom>
          <a:solidFill>
            <a:srgbClr val="C9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50">
                <a:solidFill>
                  <a:srgbClr val="04263A"/>
                </a:solidFill>
                <a:latin typeface="Archivo Black"/>
              </a:rPr>
              <a:t>LINK NA BIO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