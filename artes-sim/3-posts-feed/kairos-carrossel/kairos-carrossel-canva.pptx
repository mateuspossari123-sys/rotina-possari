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logo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590550"/>
            <a:ext cx="36476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1100" y="6286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250" i="0" b="0">
                <a:solidFill>
                  <a:srgbClr val="FFFFFF"/>
                </a:solidFill>
                <a:latin typeface="Archivo Black"/>
              </a:rPr>
              <a:t>SIM.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4287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i="0" b="0">
                <a:solidFill>
                  <a:srgbClr val="FDEEE0"/>
                </a:solidFill>
                <a:latin typeface="Archivo Black"/>
              </a:rPr>
              <a:t>KAIRÓS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4750" y="14287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800" i="0" b="0">
                <a:solidFill>
                  <a:srgbClr val="FDEEE0"/>
                </a:solidFill>
                <a:latin typeface="Archivo Black"/>
              </a:rPr>
              <a:t>TEMPO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0" y="14287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800" i="0" b="0">
                <a:solidFill>
                  <a:srgbClr val="FDEEE0"/>
                </a:solidFill>
                <a:latin typeface="Archivo Black"/>
              </a:rPr>
              <a:t>DA GRAÇA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5953125"/>
            <a:ext cx="9144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800" i="0" b="0">
                <a:solidFill>
                  <a:srgbClr val="FFFFFF"/>
                </a:solidFill>
                <a:latin typeface="Archivo Black"/>
              </a:rPr>
              <a:t>VOCÊ SE LEMBRA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7096125"/>
            <a:ext cx="85725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0" i="1" b="1">
                <a:solidFill>
                  <a:srgbClr val="F3D197"/>
                </a:solidFill>
                <a:latin typeface="Playfair Display"/>
              </a:rPr>
              <a:t>de quando achou que não conseguiria,</a:t>
            </a:r>
          </a:p>
        </p:txBody>
      </p:sp>
      <p:sp>
        <p:nvSpPr>
          <p:cNvPr id="10" name="Rectangle 9"/>
          <p:cNvSpPr/>
          <p:nvPr/>
        </p:nvSpPr>
        <p:spPr>
          <a:xfrm rot="21510000">
            <a:off x="533400" y="9191625"/>
            <a:ext cx="7810500" cy="2047875"/>
          </a:xfrm>
          <a:prstGeom prst="rect">
            <a:avLst/>
          </a:prstGeom>
          <a:solidFill>
            <a:srgbClr val="C9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66700" rIns="266700" tIns="76200" wrap="square"/>
          <a:lstStyle/>
          <a:p>
            <a:pPr algn="ctr">
              <a:lnSpc>
                <a:spcPct val="90000"/>
              </a:lnSpc>
            </a:pPr>
            <a:r>
              <a:rPr sz="6900">
                <a:solidFill>
                  <a:srgbClr val="04263A"/>
                </a:solidFill>
                <a:latin typeface="Archivo Black"/>
              </a:rPr>
              <a:t>MAS DEUS O SUSTENTOU?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12020550"/>
            <a:ext cx="2952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650" i="0" b="0">
                <a:solidFill>
                  <a:srgbClr val="FDEEE0"/>
                </a:solidFill>
                <a:latin typeface="Archivo Black"/>
              </a:rPr>
              <a:t>ARRASTE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log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590550"/>
            <a:ext cx="36476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1100" y="6286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250" i="0" b="0">
                <a:solidFill>
                  <a:srgbClr val="04263A"/>
                </a:solidFill>
                <a:latin typeface="Archivo Black"/>
              </a:rPr>
              <a:t>SIM.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619250"/>
            <a:ext cx="89535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950" i="0" b="0">
                <a:solidFill>
                  <a:srgbClr val="04263A"/>
                </a:solidFill>
                <a:latin typeface="Archivo Black"/>
              </a:rPr>
              <a:t>MUITAS VEZES, SÓ QUANDO OLHAMOS PARA TRÁS PERCEBEMOS </a:t>
            </a:r>
            <a:r>
              <a:rPr sz="5550" i="1" b="1">
                <a:solidFill>
                  <a:srgbClr val="A1701F"/>
                </a:solidFill>
                <a:latin typeface="Playfair Display"/>
              </a:rPr>
              <a:t>quantas vezes a misericórdia de Deus nos alcançou.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6572250"/>
            <a:ext cx="5715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750" i="0" b="0">
                <a:solidFill>
                  <a:srgbClr val="FFFFFF"/>
                </a:solidFill>
                <a:latin typeface="Archivo Black"/>
              </a:rPr>
              <a:t>NAQUELE DIA</a:t>
            </a:r>
          </a:p>
          <a:p>
            <a:pPr algn="l">
              <a:lnSpc>
                <a:spcPct val="95000"/>
              </a:lnSpc>
            </a:pPr>
            <a:r>
              <a:rPr sz="3750" i="0" b="0">
                <a:solidFill>
                  <a:srgbClr val="FFFFFF"/>
                </a:solidFill>
                <a:latin typeface="Archivo Black"/>
              </a:rPr>
              <a:t>DIFÍCIL.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5250" y="7810500"/>
            <a:ext cx="5715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3750" i="0" b="0">
                <a:solidFill>
                  <a:srgbClr val="FFFFFF"/>
                </a:solidFill>
                <a:latin typeface="Archivo Black"/>
              </a:rPr>
              <a:t>NA ORAÇÃO</a:t>
            </a:r>
          </a:p>
          <a:p>
            <a:pPr algn="r">
              <a:lnSpc>
                <a:spcPct val="95000"/>
              </a:lnSpc>
            </a:pPr>
            <a:r>
              <a:rPr sz="3750" i="0" b="0">
                <a:solidFill>
                  <a:srgbClr val="FFFFFF"/>
                </a:solidFill>
                <a:latin typeface="Archivo Black"/>
              </a:rPr>
              <a:t>SILENCIOSA.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9048750"/>
            <a:ext cx="7620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750" i="0" b="0">
                <a:solidFill>
                  <a:srgbClr val="FFFFFF"/>
                </a:solidFill>
                <a:latin typeface="Archivo Black"/>
              </a:rPr>
              <a:t>NO SORRISO QUE CHEGOU</a:t>
            </a:r>
          </a:p>
          <a:p>
            <a:pPr algn="l">
              <a:lnSpc>
                <a:spcPct val="95000"/>
              </a:lnSpc>
            </a:pPr>
            <a:r>
              <a:rPr sz="3750" i="0" b="0">
                <a:solidFill>
                  <a:srgbClr val="FFFFFF"/>
                </a:solidFill>
                <a:latin typeface="Archivo Black"/>
              </a:rPr>
              <a:t>NO MOMENTO CERTO.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10477500"/>
            <a:ext cx="7620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3750" i="0" b="0">
                <a:solidFill>
                  <a:srgbClr val="FFFFFF"/>
                </a:solidFill>
                <a:latin typeface="Archivo Black"/>
              </a:rPr>
              <a:t>OU QUANDO PARECIA QUE</a:t>
            </a:r>
          </a:p>
          <a:p>
            <a:pPr algn="r">
              <a:lnSpc>
                <a:spcPct val="95000"/>
              </a:lnSpc>
            </a:pPr>
            <a:r>
              <a:rPr sz="3750" i="0" b="0">
                <a:solidFill>
                  <a:srgbClr val="FFFFFF"/>
                </a:solidFill>
                <a:latin typeface="Archivo Black"/>
              </a:rPr>
              <a:t>NÃO TINHA MAIS SOLUÇÃO.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a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logo-sim-o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590550"/>
            <a:ext cx="36476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1100" y="6286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250" i="0" b="0">
                <a:solidFill>
                  <a:srgbClr val="F3D197"/>
                </a:solidFill>
                <a:latin typeface="Archivo Black"/>
              </a:rPr>
              <a:t>SIM.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952625"/>
            <a:ext cx="9144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650" i="0" b="0">
                <a:solidFill>
                  <a:srgbClr val="FFFFFF"/>
                </a:solidFill>
                <a:latin typeface="Archivo Black"/>
              </a:rPr>
              <a:t>QUANTAS GRAÇAS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2952750"/>
            <a:ext cx="8953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7650" i="0" b="0">
                <a:solidFill>
                  <a:srgbClr val="FFFFFF"/>
                </a:solidFill>
                <a:latin typeface="Archivo Black"/>
              </a:rPr>
              <a:t>CABEM 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810000"/>
            <a:ext cx="5524500" cy="447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1500" i="1" b="1">
                <a:solidFill>
                  <a:srgbClr val="F3D197"/>
                </a:solidFill>
                <a:latin typeface="Playfair Display"/>
              </a:rPr>
              <a:t>30</a:t>
            </a:r>
            <a:r>
              <a:rPr sz="11250" i="1" b="1">
                <a:solidFill>
                  <a:srgbClr val="F3D197"/>
                </a:solidFill>
                <a:latin typeface="Playfair Display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8810625"/>
            <a:ext cx="8953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i="1" b="1">
                <a:solidFill>
                  <a:srgbClr val="F3D197"/>
                </a:solidFill>
                <a:latin typeface="Playfair Display"/>
              </a:rPr>
              <a:t>01   </a:t>
            </a:r>
            <a:r>
              <a:rPr sz="2550" i="0" b="0">
                <a:solidFill>
                  <a:srgbClr val="FFFFFF"/>
                </a:solidFill>
                <a:latin typeface="Archivo Black"/>
              </a:rPr>
              <a:t>Em cada encontro, </a:t>
            </a:r>
            <a:r>
              <a:rPr sz="2700" i="1" b="1">
                <a:solidFill>
                  <a:srgbClr val="F3D197"/>
                </a:solidFill>
                <a:latin typeface="Playfair Display"/>
              </a:rPr>
              <a:t>uma história.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9496425"/>
            <a:ext cx="8953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i="1" b="1">
                <a:solidFill>
                  <a:srgbClr val="F3D197"/>
                </a:solidFill>
                <a:latin typeface="Playfair Display"/>
              </a:rPr>
              <a:t>02   </a:t>
            </a:r>
            <a:r>
              <a:rPr sz="2550" i="0" b="0">
                <a:solidFill>
                  <a:srgbClr val="FFFFFF"/>
                </a:solidFill>
                <a:latin typeface="Archivo Black"/>
              </a:rPr>
              <a:t>Em cada desafio, </a:t>
            </a:r>
            <a:r>
              <a:rPr sz="2700" i="1" b="1">
                <a:solidFill>
                  <a:srgbClr val="F3D197"/>
                </a:solidFill>
                <a:latin typeface="Playfair Display"/>
              </a:rPr>
              <a:t>a força para continuar.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10182225"/>
            <a:ext cx="8953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i="1" b="1">
                <a:solidFill>
                  <a:srgbClr val="F3D197"/>
                </a:solidFill>
                <a:latin typeface="Playfair Display"/>
              </a:rPr>
              <a:t>03   </a:t>
            </a:r>
            <a:r>
              <a:rPr sz="2550" i="0" b="0">
                <a:solidFill>
                  <a:srgbClr val="FFFFFF"/>
                </a:solidFill>
                <a:latin typeface="Archivo Black"/>
              </a:rPr>
              <a:t>Em cada recomeço, a oportunidade de dizer </a:t>
            </a:r>
            <a:r>
              <a:rPr sz="2700" i="1" b="1">
                <a:solidFill>
                  <a:srgbClr val="F3D197"/>
                </a:solidFill>
                <a:latin typeface="Playfair Display"/>
              </a:rPr>
              <a:t>“sim”</a:t>
            </a:r>
            <a:r>
              <a:rPr sz="2550" i="0" b="0">
                <a:solidFill>
                  <a:srgbClr val="FFFFFF"/>
                </a:solidFill>
                <a:latin typeface="Archivo Black"/>
              </a:rPr>
              <a:t> mais uma vez.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6191250"/>
            <a:ext cx="4000500" cy="180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250" i="1" b="1">
                <a:solidFill>
                  <a:srgbClr val="F3D197"/>
                </a:solidFill>
                <a:latin typeface="Playfair Display"/>
              </a:rPr>
              <a:t>anos?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a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log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590550"/>
            <a:ext cx="36476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1100" y="6286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250" i="0" b="0">
                <a:solidFill>
                  <a:srgbClr val="04263A"/>
                </a:solidFill>
                <a:latin typeface="Archivo Black"/>
              </a:rPr>
              <a:t>SIM.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476875"/>
            <a:ext cx="10287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6650" i="0" b="0">
                <a:solidFill>
                  <a:srgbClr val="FFFFFF"/>
                </a:solidFill>
                <a:latin typeface="Archivo Black"/>
              </a:rPr>
              <a:t>KAIRÓS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7524750"/>
            <a:ext cx="10287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7500" i="1" b="1">
                <a:solidFill>
                  <a:srgbClr val="F3D197"/>
                </a:solidFill>
                <a:latin typeface="Playfair Display"/>
              </a:rPr>
              <a:t>tempo da Graça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1250" y="8858250"/>
            <a:ext cx="5524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25" i="0" b="0">
                <a:solidFill>
                  <a:srgbClr val="FDEEE0"/>
                </a:solidFill>
                <a:latin typeface="Archivo"/>
              </a:rPr>
              <a:t>Um encontro para parar, reconhecer tudo o que Deus fez </a:t>
            </a:r>
            <a:r>
              <a:rPr sz="2025" i="0" b="0">
                <a:solidFill>
                  <a:srgbClr val="F3D197"/>
                </a:solidFill>
                <a:latin typeface="Archivo Black"/>
              </a:rPr>
              <a:t>em nós e por meio de nós</a:t>
            </a:r>
            <a:r>
              <a:rPr sz="2025" i="0" b="0">
                <a:solidFill>
                  <a:srgbClr val="FDEEE0"/>
                </a:solidFill>
                <a:latin typeface="Archivo"/>
              </a:rPr>
              <a:t> e renovar o nosso </a:t>
            </a:r>
            <a:r>
              <a:rPr sz="2025" i="0" b="0">
                <a:solidFill>
                  <a:srgbClr val="F3D197"/>
                </a:solidFill>
                <a:latin typeface="Archivo Black"/>
              </a:rPr>
              <a:t>SIM</a:t>
            </a:r>
            <a:r>
              <a:rPr sz="2025" i="0" b="0">
                <a:solidFill>
                  <a:srgbClr val="FDEEE0"/>
                </a:solidFill>
                <a:latin typeface="Archivo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3500" y="11201400"/>
            <a:ext cx="7620000" cy="647700"/>
          </a:xfrm>
          <a:prstGeom prst="roundRect">
            <a:avLst>
              <a:gd name="adj" fmla="val 50000"/>
            </a:avLst>
          </a:prstGeom>
          <a:solidFill>
            <a:srgbClr val="0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>
                <a:solidFill>
                  <a:srgbClr val="FDEEE0"/>
                </a:solidFill>
                <a:latin typeface="Archivo Black"/>
              </a:rPr>
              <a:t>ABERTURA DAS INSCRIÇÕES · AMANHÃ ÀS 12H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1925300"/>
            <a:ext cx="10287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4200" i="1" b="1">
                <a:solidFill>
                  <a:srgbClr val="04263A"/>
                </a:solidFill>
                <a:latin typeface="Playfair Display"/>
              </a:rPr>
              <a:t>Link na bio!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